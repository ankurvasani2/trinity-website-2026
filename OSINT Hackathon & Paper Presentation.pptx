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62" r:id="rId3"/>
    <p:sldId id="264" r:id="rId4"/>
    <p:sldId id="259" r:id="rId5"/>
    <p:sldId id="257" r:id="rId6"/>
    <p:sldId id="258" r:id="rId7"/>
    <p:sldId id="260" r:id="rId8"/>
    <p:sldId id="265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DAB2-86B2-416B-9D1E-28C7C1308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71FAC-0F4F-4383-9FC1-61880B9BF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5DB57-BFBA-479C-833B-46D923F0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3AD96-A626-439C-8CA1-B8D41CEE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AE8C5-F112-4585-B65A-576AC003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94BA-7BD0-47D7-948C-BB2A1285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6C07-E72C-4A9C-B52A-D5FA108B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5A1D-A42D-4684-AF6A-E5DD17A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7A56B-1629-43C4-A21C-4F5FE3D7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11F3-5211-4F57-AF15-1D3A70F9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4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EC71-7014-44D3-BA19-6350C0B8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E2080-AE28-4968-A334-205350FB5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B34ED-65C0-4E32-B784-0B8CCB82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30403-6D15-403F-B417-97625B9D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9AF3E-75A3-4C87-A2AC-389287C0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2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6B0A-F6B0-48D9-ADC6-4D375CB6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A5738-8CB3-45EF-A4CC-1D5A83FEC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406AE-979C-4C9E-9F97-0DF95DE95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F4A38-647B-4112-AE31-16349AF8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9A76B-00AA-4D3B-AAFE-2A3917F7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A48F1-A648-4643-B3BD-93A3DE32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5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E55D-DD4C-40EB-822D-AB4876BC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34FA1-E048-45A7-9F07-3A5D924AB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C39D3-86BA-4F7D-B85B-B103FCA9B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3D1C4-48F0-4B9A-A226-2F2096C07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3997E-DD11-42D3-B0C3-2C60F263B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00CB7-BE6B-4DC5-AC65-95CF8849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C9165C-79CE-4B58-8614-2B4D4E83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6F931-3333-4550-A731-5A575C8E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0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6444-57B7-43BC-80B4-AB0D3DB3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B597B-430B-450F-A43F-FD1C15B3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6DE75-3B8D-4A45-8B67-E1A50998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DE315-4D80-474B-8A4C-478ACADF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808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079CB-9551-4714-87FD-8155DC6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A48B9-84FA-4C41-8F4F-4483DD2A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D94EA-0A5B-47B9-8CAD-9D703095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55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5944-CB22-49B6-AEF1-0AFEF4BF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A1A8-BF81-41B5-8C4B-897C5BFD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61E17-DD24-4747-911A-FF0344DBE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54A55-F475-441A-BA7C-0276015C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5A8CF-086C-4D42-B280-CE473B8A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5162D-BF97-4112-A83C-DAC81DAC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93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D96D-F0FD-4E15-A612-9E34FDD5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7EC78-BA2F-4F59-9B42-BA5054D92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C9218-A134-4150-88A1-42AFB3333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75EAB-75EF-4D6E-8811-994772A6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CC4C4-26CD-497C-A69A-4C8D3448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90A90-6F69-4B17-B449-9247078C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56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A01E-4FD6-4B40-AB5E-1D599765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9803D-5190-4659-B966-7114F674A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2035-5B7C-4561-97CC-C9C07872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D2207-51C4-4D4E-BB11-B6EA44F6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A42C8-341D-4E0D-A122-64B087F5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490AF-AA6F-4713-BF66-E849A6452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7BA7C-AD84-47AB-9696-85D3DE813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C0726-F456-42D2-A0C3-02F0D4FA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312E9-0E40-4466-9DFF-CD99360F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06E9-604D-4699-AF69-20BC31D7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8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A0BE5-7F4F-4AFE-8602-3587EA2F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EC9E9-511D-4FAB-972A-0F8B219F2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664-406F-41A6-A2FD-6D80C934D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2AE3C-8B49-487E-9895-88C55B8299E1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9FE6-A1A9-4135-8239-6D4DAD666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6A25D-B977-415A-8114-D93434404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16E0-F7BB-4663-BABF-5FB1F4CD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30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0983-8FB6-4260-A4BB-4899CDF00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OSINT Hackathon &amp; Paper Presentation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7B7B6-601A-4579-BD24-4BAA80F02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Proposal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Vidyapeeth Foundation x SVKM’s DJSCE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Teams: 20 (Hackathon)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 (Paper Presentation)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7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D473-BA7F-4826-9C6A-3D70EA17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491-BC91-4E02-8348-D051AD83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 hands-on OSINT tool development and publishable research.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student talent for industry &amp; research roles.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prototypes + reproducible 3500-word research papers.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ethical OSINT practice and legal compliance via workshops and panel discussions.</a:t>
            </a:r>
          </a:p>
        </p:txBody>
      </p:sp>
    </p:spTree>
    <p:extLst>
      <p:ext uri="{BB962C8B-B14F-4D97-AF65-F5344CB8AC3E}">
        <p14:creationId xmlns:p14="http://schemas.microsoft.com/office/powerpoint/2010/main" val="363999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D473-BA7F-4826-9C6A-3D70EA17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491-BC91-4E02-8348-D051AD83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size: up to 6 members. Each team must sign the OSINT ethics agreement before network access.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per team: GitHub repo, README, runnable demo, presentation slides, 3–5 minute demo video, 3500-word research paper (PDF).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Disqualifying actions: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doxxing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illegal system access, non-compliance with the ethics 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hortlisting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Zero → On-site shortlist → Live demos → Final ranking by judges panel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34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9971-B90C-4A46-A7F1-3F85C603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and Key Milestones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8B96DA-3D3D-40AE-A952-5E0A67A8A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1739393"/>
              </p:ext>
            </p:extLst>
          </p:nvPr>
        </p:nvGraphicFramePr>
        <p:xfrm>
          <a:off x="268357" y="1690688"/>
          <a:ext cx="11605591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939">
                  <a:extLst>
                    <a:ext uri="{9D8B030D-6E8A-4147-A177-3AD203B41FA5}">
                      <a16:colId xmlns:a16="http://schemas.microsoft.com/office/drawing/2014/main" val="599770615"/>
                    </a:ext>
                  </a:extLst>
                </a:gridCol>
                <a:gridCol w="1669774">
                  <a:extLst>
                    <a:ext uri="{9D8B030D-6E8A-4147-A177-3AD203B41FA5}">
                      <a16:colId xmlns:a16="http://schemas.microsoft.com/office/drawing/2014/main" val="3489598453"/>
                    </a:ext>
                  </a:extLst>
                </a:gridCol>
                <a:gridCol w="1590261">
                  <a:extLst>
                    <a:ext uri="{9D8B030D-6E8A-4147-A177-3AD203B41FA5}">
                      <a16:colId xmlns:a16="http://schemas.microsoft.com/office/drawing/2014/main" val="353790450"/>
                    </a:ext>
                  </a:extLst>
                </a:gridCol>
                <a:gridCol w="6811617">
                  <a:extLst>
                    <a:ext uri="{9D8B030D-6E8A-4147-A177-3AD203B41FA5}">
                      <a16:colId xmlns:a16="http://schemas.microsoft.com/office/drawing/2014/main" val="2680933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49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 Feb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12:00 AM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Starts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714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11:59 PM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Stops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051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11.59 PM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 zero PPT Submission Deadline / Research paper submission deadline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09 - 10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Monday - Tuesday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08:00 AM to 05:00 PM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 Zero Presentations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65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Thursday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05:00 PM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Declaration of Round Zero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0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Friday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Inauguration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02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Saturday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Hacking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29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Mar 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Presentations and Award Ceremony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4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297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DACF-BD14-46CE-87E7-8D566A46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DJSCE’s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CD7E7-B6BF-43B8-8FAC-BE9D871E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 Setup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and Publicity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Registrations &amp; Submission Portal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Support and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 Equipment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&amp; event staffing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and Judges Liaison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Post-event: certificates, photo documentation, and handover of submissions to Cyber Vidyapeeth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684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EFDE-0D47-436C-8339-D2DA3371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Vidyapeeth: Expected Commitments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7686-C2C8-448B-B1BF-66AF297F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Prizes &amp; award disbursement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Cloud/API credits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Judging &amp; adjudication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booking &amp; honoraria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fees &amp; travel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 a SPOC for event coordination.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64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CF83-FB98-429B-9649-B8024133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Prize 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72D906-981F-4041-962B-9390AE17F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328083"/>
              </p:ext>
            </p:extLst>
          </p:nvPr>
        </p:nvGraphicFramePr>
        <p:xfrm>
          <a:off x="838200" y="1875353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384405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965798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7425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Award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 (INR)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Benefits /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73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Research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Publication Opportunity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362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Runner-Up Research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Certificate of Excellence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73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Methodology Award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9425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09C425-5CA9-42CC-9A9F-A47D82C9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82584"/>
              </p:ext>
            </p:extLst>
          </p:nvPr>
        </p:nvGraphicFramePr>
        <p:xfrm>
          <a:off x="838200" y="4070032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414220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713460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2767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Award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 (INR)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Benefits /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67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Technical Innovation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549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Ethical OSINT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91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User Interface /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5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 of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4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People's Choice Award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Voted by attendees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6444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B14869C-AD10-4FA4-85B0-371E5708079E}"/>
              </a:ext>
            </a:extLst>
          </p:cNvPr>
          <p:cNvSpPr txBox="1"/>
          <p:nvPr/>
        </p:nvSpPr>
        <p:spPr>
          <a:xfrm>
            <a:off x="838200" y="3519607"/>
            <a:ext cx="2655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Category Awards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24BDC-089D-4202-A6A9-125C6D1DE4DF}"/>
              </a:ext>
            </a:extLst>
          </p:cNvPr>
          <p:cNvSpPr txBox="1"/>
          <p:nvPr/>
        </p:nvSpPr>
        <p:spPr>
          <a:xfrm>
            <a:off x="838200" y="1319630"/>
            <a:ext cx="253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Awards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30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CF83-FB98-429B-9649-B8024133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Prize 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24BDC-089D-4202-A6A9-125C6D1DE4DF}"/>
              </a:ext>
            </a:extLst>
          </p:cNvPr>
          <p:cNvSpPr txBox="1"/>
          <p:nvPr/>
        </p:nvSpPr>
        <p:spPr>
          <a:xfrm>
            <a:off x="838200" y="1319630"/>
            <a:ext cx="253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Awards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31DF47-DAA7-4E71-B7DE-915D0B473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40523"/>
              </p:ext>
            </p:extLst>
          </p:nvPr>
        </p:nvGraphicFramePr>
        <p:xfrm>
          <a:off x="838200" y="1798919"/>
          <a:ext cx="10515600" cy="3777051"/>
        </p:xfrm>
        <a:graphic>
          <a:graphicData uri="http://schemas.openxmlformats.org/drawingml/2006/table">
            <a:tbl>
              <a:tblPr/>
              <a:tblGrid>
                <a:gridCol w="2329070">
                  <a:extLst>
                    <a:ext uri="{9D8B030D-6E8A-4147-A177-3AD203B41FA5}">
                      <a16:colId xmlns:a16="http://schemas.microsoft.com/office/drawing/2014/main" val="2462032750"/>
                    </a:ext>
                  </a:extLst>
                </a:gridCol>
                <a:gridCol w="4681330">
                  <a:extLst>
                    <a:ext uri="{9D8B030D-6E8A-4147-A177-3AD203B41FA5}">
                      <a16:colId xmlns:a16="http://schemas.microsoft.com/office/drawing/2014/main" val="10328718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9796984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/ Award Title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Prize (INR)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Benefits / Notes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87558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Place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Trophy presentation, winner speech, Certificates, Industry Mentorship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633579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Place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150,000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Trophy presentation, winner speech, Certificates, Internship Opportunities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509242"/>
                  </a:ext>
                </a:extLst>
              </a:tr>
              <a:tr h="1333475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Place — Grand Winner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200,000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Trophy presentation, winner speech, Certificates, Premium Internship, Industry Recognition, 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demo of winning solution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29905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5C8B88-8574-4948-9559-9A9A88FF312F}"/>
              </a:ext>
            </a:extLst>
          </p:cNvPr>
          <p:cNvSpPr txBox="1"/>
          <p:nvPr/>
        </p:nvSpPr>
        <p:spPr>
          <a:xfrm>
            <a:off x="838199" y="5885004"/>
            <a:ext cx="8606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₹7,35,000 (Seven Lakh Thirty-Five Thousand INR)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7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08C7-69F0-4C6C-9892-6FB061D2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88EBE2-1946-4480-8FA4-202C67E1D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21055"/>
              </p:ext>
            </p:extLst>
          </p:nvPr>
        </p:nvGraphicFramePr>
        <p:xfrm>
          <a:off x="838200" y="1690689"/>
          <a:ext cx="10515600" cy="4651250"/>
        </p:xfrm>
        <a:graphic>
          <a:graphicData uri="http://schemas.openxmlformats.org/drawingml/2006/table">
            <a:tbl>
              <a:tblPr/>
              <a:tblGrid>
                <a:gridCol w="4219981">
                  <a:extLst>
                    <a:ext uri="{9D8B030D-6E8A-4147-A177-3AD203B41FA5}">
                      <a16:colId xmlns:a16="http://schemas.microsoft.com/office/drawing/2014/main" val="1072470400"/>
                    </a:ext>
                  </a:extLst>
                </a:gridCol>
                <a:gridCol w="6295619">
                  <a:extLst>
                    <a:ext uri="{9D8B030D-6E8A-4147-A177-3AD203B41FA5}">
                      <a16:colId xmlns:a16="http://schemas.microsoft.com/office/drawing/2014/main" val="1011434674"/>
                    </a:ext>
                  </a:extLst>
                </a:gridCol>
              </a:tblGrid>
              <a:tr h="21358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Team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Responsibilities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60664"/>
                  </a:ext>
                </a:extLst>
              </a:tr>
              <a:tr h="1014512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DJSCE (Host)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campus infrastructure and venues (classrooms, labs, auditorium); ensure campus permissions and compliance; support on-campus operations; facilitate safety, security, and basic campus services; approve final execution within institutional policies.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201155"/>
                  </a:ext>
                </a:extLst>
              </a:tr>
              <a:tr h="101451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DJS Trinity Technical Secretaries (Ankur, Manav, Priyansh)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Point of Contact between DJSCE and Cyber Vidyapeeth; oversee technical planning and execution; coordinate timelines, approvals, and escalation; supervise volunteer teams; ensure alignment with agreed deliverables; final operational sign-off from DJSCE side.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06043"/>
                  </a:ext>
                </a:extLst>
              </a:tr>
              <a:tr h="1014512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DJS Trinity Events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 event operations on campus; manage volunteers, registrations, logistics, and hospitality; handle marketing and publicity at DJSCE’s cost; coordinate venue setup, food arrangements, and attendee flow; support sessions, workshops, and award ceremonies.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952317"/>
                  </a:ext>
                </a:extLst>
              </a:tr>
              <a:tr h="1174698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 Vidyapeeth (All Branches)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 as event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design hackathon structure and problem statements; arrange keynote and workshop speakers; provide prizes, awards, cloud/API credits; manage registration and submission platforms; conduct judging and evaluations; ensure legal, ethical, and compliance frameworks; handle prize disbursement and external finances.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91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41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282D-224C-4B17-9453-5484F394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E2798-5FC0-4849-884F-A0040B7C5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97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685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OSINT Hackathon &amp; Paper Presentation</vt:lpstr>
      <vt:lpstr>Objectives and Outcomes</vt:lpstr>
      <vt:lpstr>Rules</vt:lpstr>
      <vt:lpstr>Timeline and Key Milestones</vt:lpstr>
      <vt:lpstr>DJSCE’s Deliverables</vt:lpstr>
      <vt:lpstr>Cyber Vidyapeeth: Expected Commitments</vt:lpstr>
      <vt:lpstr>Prize Structure</vt:lpstr>
      <vt:lpstr>Prize Structure</vt:lpstr>
      <vt:lpstr>Roles and Responsibilities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OSINT Hackathon</dc:title>
  <dc:creator>ANKUR VASANI-60004240018</dc:creator>
  <cp:lastModifiedBy>ANKUR VASANI-60004240018</cp:lastModifiedBy>
  <cp:revision>6</cp:revision>
  <dcterms:created xsi:type="dcterms:W3CDTF">2026-01-16T03:27:13Z</dcterms:created>
  <dcterms:modified xsi:type="dcterms:W3CDTF">2026-01-16T04:22:08Z</dcterms:modified>
</cp:coreProperties>
</file>